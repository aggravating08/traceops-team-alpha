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1ca6f97fcb4722" /><Relationship Type="http://schemas.openxmlformats.org/officeDocument/2006/relationships/extended-properties" Target="/docProps/app.xml" Id="Rf30a680ffb44401b" /><Relationship Type="http://schemas.openxmlformats.org/officeDocument/2006/relationships/officeDocument" Target="/ppt/presentation.xml" Id="R413ba2e08c8a4b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48f80c9a374c85"/>
  </p:sldMasterIdLst>
  <p:notesMasterIdLst>
    <p:notesMasterId xmlns:r="http://schemas.openxmlformats.org/officeDocument/2006/relationships" r:id="R756bf8a3ef954306"/>
  </p:notesMasterIdLst>
  <p:sldIdLst>
    <p:sldId xmlns:r="http://schemas.openxmlformats.org/officeDocument/2006/relationships" id="256" r:id="Rce02e2e4f3db45ed"/>
    <p:sldId xmlns:r="http://schemas.openxmlformats.org/officeDocument/2006/relationships" id="257" r:id="R8bf93cdc53bb4650"/>
    <p:sldId xmlns:r="http://schemas.openxmlformats.org/officeDocument/2006/relationships" id="258" r:id="R1b2f719db00446bc"/>
    <p:sldId xmlns:r="http://schemas.openxmlformats.org/officeDocument/2006/relationships" id="259" r:id="R3a4252f2d7be4977"/>
    <p:sldId xmlns:r="http://schemas.openxmlformats.org/officeDocument/2006/relationships" id="260" r:id="R7da5cf4a25134f23"/>
    <p:sldId xmlns:r="http://schemas.openxmlformats.org/officeDocument/2006/relationships" id="261" r:id="R2afd7bffda5642a8"/>
    <p:sldId xmlns:r="http://schemas.openxmlformats.org/officeDocument/2006/relationships" id="262" r:id="Ra1885fb2f28c40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0bb932ce8b4fbf" /><Relationship Type="http://schemas.openxmlformats.org/officeDocument/2006/relationships/slideMaster" Target="/ppt/slideMasters/slideMaster1.xml" Id="Rb948f80c9a374c85" /><Relationship Type="http://schemas.openxmlformats.org/officeDocument/2006/relationships/notesMaster" Target="/ppt/notesMasters/notesMaster1.xml" Id="R756bf8a3ef954306" /><Relationship Type="http://schemas.openxmlformats.org/officeDocument/2006/relationships/presProps" Target="/ppt/presProps.xml" Id="R66aeb75403374605" /><Relationship Type="http://schemas.openxmlformats.org/officeDocument/2006/relationships/tableStyles" Target="/ppt/tableStyles.xml" Id="Re9ba8f936d5f4fe9" /><Relationship Type="http://schemas.openxmlformats.org/officeDocument/2006/relationships/slide" Target="/ppt/slides/slide1.xml" Id="Rce02e2e4f3db45ed" /><Relationship Type="http://schemas.openxmlformats.org/officeDocument/2006/relationships/slide" Target="/ppt/slides/slide2.xml" Id="R8bf93cdc53bb4650" /><Relationship Type="http://schemas.openxmlformats.org/officeDocument/2006/relationships/slide" Target="/ppt/slides/slide3.xml" Id="R1b2f719db00446bc" /><Relationship Type="http://schemas.openxmlformats.org/officeDocument/2006/relationships/slide" Target="/ppt/slides/slide4.xml" Id="R3a4252f2d7be4977" /><Relationship Type="http://schemas.openxmlformats.org/officeDocument/2006/relationships/slide" Target="/ppt/slides/slide5.xml" Id="R7da5cf4a25134f23" /><Relationship Type="http://schemas.openxmlformats.org/officeDocument/2006/relationships/slide" Target="/ppt/slides/slide6.xml" Id="R2afd7bffda5642a8" /><Relationship Type="http://schemas.openxmlformats.org/officeDocument/2006/relationships/slide" Target="/ppt/slides/slide7.xml" Id="Ra1885fb2f28c40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ccb70f32d844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6790ec79f4400" /><Relationship Type="http://schemas.openxmlformats.org/officeDocument/2006/relationships/notesMaster" Target="/ppt/notesMasters/notesMaster1.xml" Id="Raefc34ff531e4a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45a189b94d4862" /><Relationship Type="http://schemas.openxmlformats.org/officeDocument/2006/relationships/notesMaster" Target="/ppt/notesMasters/notesMaster1.xml" Id="R1e7722993e314f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80fa7086c049f4" /><Relationship Type="http://schemas.openxmlformats.org/officeDocument/2006/relationships/notesMaster" Target="/ppt/notesMasters/notesMaster1.xml" Id="R3e700476a3704d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3b18c09eb1499d" /><Relationship Type="http://schemas.openxmlformats.org/officeDocument/2006/relationships/notesMaster" Target="/ppt/notesMasters/notesMaster1.xml" Id="R17d85feceef44f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12be5d37dc4902" /><Relationship Type="http://schemas.openxmlformats.org/officeDocument/2006/relationships/notesMaster" Target="/ppt/notesMasters/notesMaster1.xml" Id="R997295a5674a4f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ee0ef7ca51418c" /><Relationship Type="http://schemas.openxmlformats.org/officeDocument/2006/relationships/notesMaster" Target="/ppt/notesMasters/notesMaster1.xml" Id="R391e55c87fc24f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749219499f4ba5" /><Relationship Type="http://schemas.openxmlformats.org/officeDocument/2006/relationships/notesMaster" Target="/ppt/notesMasters/notesMaster1.xml" Id="R020b9230249740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ALPHA. Proposed Track 02: The Agent That Can Explain Why. All product examples use fictional data. Local implementation, not yet a submitted entry.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Target-user hypothesis, not a validated market study. No customer interviews or measured time savings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 captured from the running local sample application on October 26, 2026. No live provider calls are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data/orders.csv, data/inventory.csv, data/tickets.csv. North: ORD-1041 $960, ORD-1042 $600, ORD-1044 $1200, ORD-1050 $840. Total $3600 and 30 units. These are demonstration values, not measured business impact. Screenshot: running local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traceops/agent.py, traceops/connectors.py and traceops/world.py. The stages are cooperating software components. Sample reasoning is deterministic. Live model mode performs narrative generation through an injected generator.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https://github.com/zetaris/getting-started/tree/main/scripts and hackathon Resources, Meterless README / WORLD MODEL Agent Engine, viewed Oct 26 2026. Meterless documents are reference architectures, not a hosted SDK. Live connectivity remains unverified at deck creation.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Verification: tests/test_traceops.py and docs/verification.md. No customer ROI, production deployment, live Zetaris connectivity or live NVIDIA usage is claimed. Final event rules require source repository, 1–4 minute demo video and slide deck. https://hackathon.genai.works/event/open-agent-hackathon-2026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5bfdc312944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54411713740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c2248709d4d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6c11cc3a34c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689208f4d4b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78acad89c43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2F8578-D17D-4E3B-A0E6-DC905481B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BDEFE4-BC51-46EC-946A-AC97FEB45D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A0A078-B1AE-4165-811A-145EC8216B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06E706-659C-4A58-AC80-95EF5D8EC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DF3495-2E64-4116-9BF0-FA0E8CC6FD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BF830C-F9F3-4EE4-9CB3-A769D45573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FCF95F-AF4B-4816-808F-E7D669F17F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E5A6CF-B4A5-4AF3-A5A2-28759F9248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D257C3-5DAC-42DA-906A-27D9C590C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FCBFE1-F9D7-4056-8C23-4A4A5E2E7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c8cee295084e6c" /><Relationship Type="http://schemas.openxmlformats.org/officeDocument/2006/relationships/slideLayout" Target="/ppt/slideLayouts/slideLayout1.xml" Id="R7aa9c5f14aed4ae9" /><Relationship Type="http://schemas.openxmlformats.org/officeDocument/2006/relationships/slideLayout" Target="/ppt/slideLayouts/slideLayout2.xml" Id="R67ae85ae8bee4c4e" /><Relationship Type="http://schemas.openxmlformats.org/officeDocument/2006/relationships/slideLayout" Target="/ppt/slideLayouts/slideLayout3.xml" Id="Rabe30804b1b94ab6" /><Relationship Type="http://schemas.openxmlformats.org/officeDocument/2006/relationships/slideLayout" Target="/ppt/slideLayouts/slideLayout4.xml" Id="R60cfdaf4b4334ff0" /><Relationship Type="http://schemas.openxmlformats.org/officeDocument/2006/relationships/slideLayout" Target="/ppt/slideLayouts/slideLayout5.xml" Id="Ra4d7ea97ecc743b4" /><Relationship Type="http://schemas.openxmlformats.org/officeDocument/2006/relationships/slideLayout" Target="/ppt/slideLayouts/slideLayout6.xml" Id="R1fad63e3a93346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9c5f14aed4ae9"/>
    <p:sldLayoutId xmlns:r="http://schemas.openxmlformats.org/officeDocument/2006/relationships" id="2147483650" r:id="R67ae85ae8bee4c4e"/>
    <p:sldLayoutId xmlns:r="http://schemas.openxmlformats.org/officeDocument/2006/relationships" id="2147483651" r:id="Rabe30804b1b94ab6"/>
    <p:sldLayoutId xmlns:r="http://schemas.openxmlformats.org/officeDocument/2006/relationships" id="2147483652" r:id="R60cfdaf4b4334ff0"/>
    <p:sldLayoutId xmlns:r="http://schemas.openxmlformats.org/officeDocument/2006/relationships" id="2147483653" r:id="Ra4d7ea97ecc743b4"/>
    <p:sldLayoutId xmlns:r="http://schemas.openxmlformats.org/officeDocument/2006/relationships" id="2147483654" r:id="R1fad63e3a93346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83aa16075e441b" /><Relationship Type="http://schemas.openxmlformats.org/officeDocument/2006/relationships/notesSlide" Target="/ppt/notesSlides/notesSlide1.xml" Id="Ref78d9b4657349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8fffb92ac47cb" /><Relationship Type="http://schemas.openxmlformats.org/officeDocument/2006/relationships/notesSlide" Target="/ppt/notesSlides/notesSlide2.xml" Id="R306925ff626949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4960014c14d85" /><Relationship Type="http://schemas.openxmlformats.org/officeDocument/2006/relationships/image" Target="/ppt/media/image.jpeg" Id="Rd70885598d4a4778" /><Relationship Type="http://schemas.openxmlformats.org/officeDocument/2006/relationships/notesSlide" Target="/ppt/notesSlides/notesSlide3.xml" Id="R007220dd0a7446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9e8f5de8949d5" /><Relationship Type="http://schemas.openxmlformats.org/officeDocument/2006/relationships/image" Target="/ppt/media/image2.jpeg" Id="Rccda1bb1c9954a12" /><Relationship Type="http://schemas.openxmlformats.org/officeDocument/2006/relationships/notesSlide" Target="/ppt/notesSlides/notesSlide4.xml" Id="R4709aa695dd643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c8b08f3ab40f4" /><Relationship Type="http://schemas.openxmlformats.org/officeDocument/2006/relationships/notesSlide" Target="/ppt/notesSlides/notesSlide5.xml" Id="R59c8ff4176a64a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92d46d41e4775" /><Relationship Type="http://schemas.openxmlformats.org/officeDocument/2006/relationships/notesSlide" Target="/ppt/notesSlides/notesSlide6.xml" Id="R2c21b099f6974d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207fbdb38477d" /><Relationship Type="http://schemas.openxmlformats.org/officeDocument/2006/relationships/notesSlide" Target="/ppt/notesSlides/notesSlide7.xml" Id="R2db1f1a97ee449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6D3CB-F77C-44D0-AD50-33F32C04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TraceOps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76C5F-4910-4DAC-AEE3-FD908359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B2277-842C-46C8-8FEA-6BB37C2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Evidence-backed investigations</a:t>
            </a:r>
          </a:p>
          <a:p xmlns:a="http://schemas.openxmlformats.org/drawingml/2006/main">
            <a:pPr>
              <a:def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for delayed orders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34153-80D6-4813-A216-79AC6D7A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Team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2D452-8B24-4489-89A6-11C6ECF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Open Agent Hackathon 2026</a:t>
            </a:r>
          </a:p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The Agent That Can Explain Why</a:t>
            </a:r>
          </a:p>
        </p:txBody>
      </p:sp>
    </p:spTree>
    <p:extLst>
      <p:ext uri="{BB962C8B-B14F-4D97-AF65-F5344CB8AC3E}">
        <p14:creationId xmlns:p14="http://schemas.microsoft.com/office/powerpoint/2010/main" val="2102291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94452-BD3A-4A0F-9708-6515C8F7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The operations investigation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3CFEC-E731-443F-B035-F1E05C7F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434A3-327C-447F-8C8D-DCF7FB88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A support lead needs to explain a delayed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4F83E-5BDF-469B-99B5-DE6414FC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The order system shows the delay.</a:t>
            </a:r>
          </a:p>
          <a:p xmlns:a="http://schemas.openxmlformats.org/drawingml/2006/main">
            <a: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The warehouse shows available stock.</a:t>
            </a:r>
          </a:p>
          <a:p xmlns:a="http://schemas.openxmlformats.org/drawingml/2006/main">
            <a:pPr>
              <a:def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A support ticket may reveal a different blocker.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9D836-E86E-4616-9921-A16139AC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TraceOps connects these records and makes each finding inspectable.</a:t>
            </a:r>
          </a:p>
        </p:txBody>
      </p:sp>
    </p:spTree>
    <p:extLst>
      <p:ext uri="{BB962C8B-B14F-4D97-AF65-F5344CB8AC3E}">
        <p14:creationId xmlns:p14="http://schemas.microsoft.com/office/powerpoint/2010/main" val="1476402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BB841-11C9-4E31-AFE2-AB346D43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The investigation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3CE06-A34A-46E3-A9FA-3238DE46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51733-506D-495A-B42E-3E40E8E4C0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885598d4a4778"/>
          <a:stretch xmlns:a="http://schemas.openxmlformats.org/drawingml/2006/main"/>
        </p:blipFill>
        <p:spPr>
          <a:xfrm xmlns:a="http://schemas.openxmlformats.org/drawingml/2006/main">
            <a:off x="2034497" y="1524000"/>
            <a:ext cx="8123006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9360-A877-4C6A-AB27-279D5466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Fictional data, deterministic analysis and explicit mode labels</a:t>
            </a:r>
          </a:p>
        </p:txBody>
      </p:sp>
    </p:spTree>
    <p:extLst>
      <p:ext uri="{BB962C8B-B14F-4D97-AF65-F5344CB8AC3E}">
        <p14:creationId xmlns:p14="http://schemas.microsoft.com/office/powerpoint/2010/main" val="2065316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23502-1FCC-4939-A179-7BD76E5D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Four delayed orders, with traceable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514BD-DAE5-40DE-9FF1-D955F037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AA100-EEC9-447C-BD43-634D36D7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$3,600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4575B-766B-4670-B0B5-7132876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Order value exposure in the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North-region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7CAD3-9C90-42F9-9FB1-A776C212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4 delayed orders</a:t>
            </a:r>
          </a:p>
          <a:p xmlns:a="http://schemas.openxmlformats.org/drawingml/2006/main">
            <a:pPr>
              <a:def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30 units affected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E8C66-9528-4213-953A-44778A5C5E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a1bb1c9954a12"/>
          <a:stretch xmlns:a="http://schemas.openxmlformats.org/drawingml/2006/main"/>
        </p:blipFill>
        <p:spPr>
          <a:xfrm xmlns:a="http://schemas.openxmlformats.org/drawingml/2006/main">
            <a:off x="4619625" y="1723724"/>
            <a:ext cx="6905625" cy="38868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59A65-FDBB-402A-9880-B93936E6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Stock shortage remains a supported inference. A record link shows exactly why.</a:t>
            </a:r>
          </a:p>
        </p:txBody>
      </p:sp>
    </p:spTree>
    <p:extLst>
      <p:ext uri="{BB962C8B-B14F-4D97-AF65-F5344CB8AC3E}">
        <p14:creationId xmlns:p14="http://schemas.microsoft.com/office/powerpoint/2010/main" val="342140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46D7D-93F4-43B6-A40E-866C77F9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Agent workflow and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1647D-CA32-4FC5-8C13-3E1193B7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AA2E6-4921-4DA9-A54D-37D73010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01  Planner scopes the question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02  Collector reads a bounded source snapshot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03  World Model ingests and builds shared context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04  Investigator produces supported findings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05  Verifier checks citations and order provenance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2B49B-CF4C-43DB-908A-7B8BC220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Python standard library, SQLite, HTML, CSS and JavaScript</a:t>
            </a:r>
          </a:p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Persistent history, Markdown brief and JSONL trace</a:t>
            </a:r>
          </a:p>
        </p:txBody>
      </p:sp>
    </p:spTree>
    <p:extLst>
      <p:ext uri="{BB962C8B-B14F-4D97-AF65-F5344CB8AC3E}">
        <p14:creationId xmlns:p14="http://schemas.microsoft.com/office/powerpoint/2010/main" val="1502922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8F9E6-182E-4AF5-9C87-6B810789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Sponsor technologies in the active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6BFF9-C55F-471B-800F-EF794DA6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75227-4926-4536-B9AE-F2226C2C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Zetaris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1502F-EDED-483E-82C6-5D6EE5C6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Connector reads three virtual tables through the documented SQL proxy.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Live tenant verification is pending.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2FC1E-AA6F-429B-B105-4BD0B9A9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Meterless World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D87C3-3957-438B-B448-F43B599D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5048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Our implementation stores stable observations, pins run snapshots and supplies shared context with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Minimum service subset runs locally.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69CEA-FC1B-42ED-88E1-738B02D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Optional NVIDIA model adapter is prepared. Live inference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9424964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5A8C8-A3E7-4A8A-9246-EC4C3D5F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Reliability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BDA42-9E7F-48E4-84A8-7826BF16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0DE2C-D7DC-4062-9888-0BA6A8BB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Current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959E4-E92F-46FD-8D5C-04CB275E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95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Sample workflow and source drill-down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Tests cover persistence, missing data, conflicting blockers and explicit failures.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DDECC-FD1F-485E-B534-6078DFE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356B4D"/>
                </a:solidFill>
                <a:latin typeface="Helvetica Neue"/>
                <a:ea typeface="Helvetica Neue"/>
                <a:cs typeface="Helvetica Neue"/>
              </a:rPr>
              <a:t>Next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A7D19-97C2-4C6A-BB1B-320247D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Run against the team’s Zetaris instance.</a:t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Exercise the chosen model.</a:t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Validate with operations users.</a:t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382E"/>
                </a:solidFill>
                <a:latin typeface="Helvetica Neue"/>
                <a:ea typeface="Helvetica Neue"/>
                <a:cs typeface="Helvetica Neue"/>
              </a:rPr>
              <a:t>Add authenticated deployment.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3BE5F-7155-44EA-ACFB-9A185A10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18367"/>
                </a:solidFill>
                <a:latin typeface="Helvetica Neue"/>
                <a:ea typeface="Helvetica Neue"/>
                <a:cs typeface="Helvetica Neue"/>
              </a:rPr>
              <a:t>Team ALPHA aims to submit two hours before the official deadline.</a:t>
            </a:r>
          </a:p>
        </p:txBody>
      </p:sp>
    </p:spTree>
    <p:extLst>
      <p:ext uri="{BB962C8B-B14F-4D97-AF65-F5344CB8AC3E}">
        <p14:creationId xmlns:p14="http://schemas.microsoft.com/office/powerpoint/2010/main" val="1917071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2026-10-26T12:50:48.4530000Z</dcterms:created>
  <dcterms:modified xsi:type="dcterms:W3CDTF">2026-10-26T12:50:48.4530000Z</dcterms:modified>
</coreProperties>
</file>