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abee969d7c42e6" /><Relationship Type="http://schemas.openxmlformats.org/officeDocument/2006/relationships/extended-properties" Target="/docProps/app.xml" Id="R149bbc3d14954196" /><Relationship Type="http://schemas.openxmlformats.org/officeDocument/2006/relationships/officeDocument" Target="/ppt/presentation.xml" Id="R4a9ce5e0a97140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8f29c396f54015"/>
  </p:sldMasterIdLst>
  <p:notesMasterIdLst>
    <p:notesMasterId xmlns:r="http://schemas.openxmlformats.org/officeDocument/2006/relationships" r:id="Ra500696bdaec4124"/>
  </p:notesMasterIdLst>
  <p:sldIdLst>
    <p:sldId xmlns:r="http://schemas.openxmlformats.org/officeDocument/2006/relationships" id="256" r:id="R31a073c59111444b"/>
    <p:sldId xmlns:r="http://schemas.openxmlformats.org/officeDocument/2006/relationships" id="257" r:id="Red04d5aacb9b4e03"/>
    <p:sldId xmlns:r="http://schemas.openxmlformats.org/officeDocument/2006/relationships" id="258" r:id="R9a9b710ae8624cb5"/>
    <p:sldId xmlns:r="http://schemas.openxmlformats.org/officeDocument/2006/relationships" id="259" r:id="Rd4060abae8984b93"/>
    <p:sldId xmlns:r="http://schemas.openxmlformats.org/officeDocument/2006/relationships" id="260" r:id="Ra9711b7eeb4b465c"/>
    <p:sldId xmlns:r="http://schemas.openxmlformats.org/officeDocument/2006/relationships" id="261" r:id="R8663d381648d45b0"/>
    <p:sldId xmlns:r="http://schemas.openxmlformats.org/officeDocument/2006/relationships" id="262" r:id="R9a9a8f276c4c4a90"/>
    <p:sldId xmlns:r="http://schemas.openxmlformats.org/officeDocument/2006/relationships" id="263" r:id="R96450cae77be4b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2fc9dd5f3f4aae" /><Relationship Type="http://schemas.openxmlformats.org/officeDocument/2006/relationships/slideMaster" Target="/ppt/slideMasters/slideMaster1.xml" Id="Rc68f29c396f54015" /><Relationship Type="http://schemas.openxmlformats.org/officeDocument/2006/relationships/notesMaster" Target="/ppt/notesMasters/notesMaster1.xml" Id="Ra500696bdaec4124" /><Relationship Type="http://schemas.openxmlformats.org/officeDocument/2006/relationships/presProps" Target="/ppt/presProps.xml" Id="R661241164c5b4fda" /><Relationship Type="http://schemas.openxmlformats.org/officeDocument/2006/relationships/tableStyles" Target="/ppt/tableStyles.xml" Id="Rbbd63e7fd90949fe" /><Relationship Type="http://schemas.openxmlformats.org/officeDocument/2006/relationships/slide" Target="/ppt/slides/slide1.xml" Id="R31a073c59111444b" /><Relationship Type="http://schemas.openxmlformats.org/officeDocument/2006/relationships/slide" Target="/ppt/slides/slide2.xml" Id="Red04d5aacb9b4e03" /><Relationship Type="http://schemas.openxmlformats.org/officeDocument/2006/relationships/slide" Target="/ppt/slides/slide3.xml" Id="R9a9b710ae8624cb5" /><Relationship Type="http://schemas.openxmlformats.org/officeDocument/2006/relationships/slide" Target="/ppt/slides/slide4.xml" Id="Rd4060abae8984b93" /><Relationship Type="http://schemas.openxmlformats.org/officeDocument/2006/relationships/slide" Target="/ppt/slides/slide5.xml" Id="Ra9711b7eeb4b465c" /><Relationship Type="http://schemas.openxmlformats.org/officeDocument/2006/relationships/slide" Target="/ppt/slides/slide6.xml" Id="R8663d381648d45b0" /><Relationship Type="http://schemas.openxmlformats.org/officeDocument/2006/relationships/slide" Target="/ppt/slides/slide7.xml" Id="R9a9a8f276c4c4a90" /><Relationship Type="http://schemas.openxmlformats.org/officeDocument/2006/relationships/slide" Target="/ppt/slides/slide8.xml" Id="R96450cae77be4b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1c63a114d24a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a9a81138564fb6" /><Relationship Type="http://schemas.openxmlformats.org/officeDocument/2006/relationships/notesMaster" Target="/ppt/notesMasters/notesMaster1.xml" Id="R84279d34038a40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98967e107d441c" /><Relationship Type="http://schemas.openxmlformats.org/officeDocument/2006/relationships/notesMaster" Target="/ppt/notesMasters/notesMaster1.xml" Id="R3489bcdcf0e842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d5bb8ed8cf43ae" /><Relationship Type="http://schemas.openxmlformats.org/officeDocument/2006/relationships/notesMaster" Target="/ppt/notesMasters/notesMaster1.xml" Id="Rd03b8639ca384d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0dd226a1304b98" /><Relationship Type="http://schemas.openxmlformats.org/officeDocument/2006/relationships/notesMaster" Target="/ppt/notesMasters/notesMaster1.xml" Id="R2b4102e13c5846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33c4335a844f71" /><Relationship Type="http://schemas.openxmlformats.org/officeDocument/2006/relationships/notesMaster" Target="/ppt/notesMasters/notesMaster1.xml" Id="R6679e4c1341d42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91389ad1bc4fa5" /><Relationship Type="http://schemas.openxmlformats.org/officeDocument/2006/relationships/notesMaster" Target="/ppt/notesMasters/notesMaster1.xml" Id="R174a96196fb74e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48f7a07d784cfe" /><Relationship Type="http://schemas.openxmlformats.org/officeDocument/2006/relationships/notesMaster" Target="/ppt/notesMasters/notesMaster1.xml" Id="R7c8ed3425efb41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e6d18dc6b64c2e" /><Relationship Type="http://schemas.openxmlformats.org/officeDocument/2006/relationships/notesMaster" Target="/ppt/notesMasters/notesMaster1.xml" Id="R297fa418136b45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ALPHA. Proposed Track 02: The Agent That Can Explain Why. All product examples use fictional data. Local implementation, not yet a submitted entry.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Target-user hypothesis, not a validated market study. No customer interviews or measured time savings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screenshot captured from the running local sample application on October 26, 2026. No live provider calls are represented.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data/orders.csv, data/inventory.csv, data/tickets.csv. North: ORD-1041 $960, ORD-1042 $600, ORD-1044 $1200, ORD-1050 $840. Total $3600 and 30 units. These are demonstration values, not measured business impact. Screenshot: running local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traceops/agent.py, traceops/connectors.py and traceops/world.py. The stages are cooperating software components. Sample reasoning is deterministic. Live model mode performs narrative generation through an injected generator.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https://github.com/zetaris/getting-started/tree/main/scripts and hackathon Resources, Meterless README / WORLD MODEL Agent Engine, viewed Oct 26 2026. Meterless documents are reference architectures, not a hosted SDK. Live connectivity remains unverified at deck creation.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Verification: tests/test_traceops.py and docs/verification.md. No customer ROI, production deployment, live Zetaris connectivity or live NVIDIA usage is claimed. Final event rules require source repository, 1–4 minute demo video and slide deck. https://hackathon.genai.works/event/open-agent-hackathon-2026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on October 27, 2026. Source: https://github.com/aggravating08/traceops-team-alpha . Public demo: https://aggravating08.github.io/traceops-team-alpha/demo/ . The browser sample does not call Zetaris or any model. Both live integrations remain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e045318b9c478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0ec488f6574fa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0629ee65e647d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cdc97d3c3e45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7b532914a049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fa0b9d9b7f4c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9A92F7-91F5-4120-9F40-52D57DFE97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485E6B7-0306-4DB8-B1E4-F82EC02A12D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9C85D78-133F-495B-B98C-36A6BAE891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2B86DE-9A1B-4869-A14B-19FD47139F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122D879-FD35-443D-A6B9-6A2DF75775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DF5AA34-0746-42E7-B20C-FB8500241E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176FA9-1F49-4A61-A17D-064549590E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1C41472-48AF-40BE-8767-AC74977FBC8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1EFB78-3ED8-4E15-AEC4-6744AACF37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30771D-01F1-44E2-B5DE-5FE08DCD67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a7817302824073" /><Relationship Type="http://schemas.openxmlformats.org/officeDocument/2006/relationships/slideLayout" Target="/ppt/slideLayouts/slideLayout1.xml" Id="R3e586f7edfad4ccc" /><Relationship Type="http://schemas.openxmlformats.org/officeDocument/2006/relationships/slideLayout" Target="/ppt/slideLayouts/slideLayout2.xml" Id="R68d22bd3a14d456c" /><Relationship Type="http://schemas.openxmlformats.org/officeDocument/2006/relationships/slideLayout" Target="/ppt/slideLayouts/slideLayout3.xml" Id="Rd0f205452eb147aa" /><Relationship Type="http://schemas.openxmlformats.org/officeDocument/2006/relationships/slideLayout" Target="/ppt/slideLayouts/slideLayout4.xml" Id="Rc0142ef832f2422b" /><Relationship Type="http://schemas.openxmlformats.org/officeDocument/2006/relationships/slideLayout" Target="/ppt/slideLayouts/slideLayout5.xml" Id="R52eae5fbb0724ba3" /><Relationship Type="http://schemas.openxmlformats.org/officeDocument/2006/relationships/slideLayout" Target="/ppt/slideLayouts/slideLayout6.xml" Id="R0013175c847b4f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586f7edfad4ccc"/>
    <p:sldLayoutId xmlns:r="http://schemas.openxmlformats.org/officeDocument/2006/relationships" id="2147483650" r:id="R68d22bd3a14d456c"/>
    <p:sldLayoutId xmlns:r="http://schemas.openxmlformats.org/officeDocument/2006/relationships" id="2147483651" r:id="Rd0f205452eb147aa"/>
    <p:sldLayoutId xmlns:r="http://schemas.openxmlformats.org/officeDocument/2006/relationships" id="2147483652" r:id="Rc0142ef832f2422b"/>
    <p:sldLayoutId xmlns:r="http://schemas.openxmlformats.org/officeDocument/2006/relationships" id="2147483653" r:id="R52eae5fbb0724ba3"/>
    <p:sldLayoutId xmlns:r="http://schemas.openxmlformats.org/officeDocument/2006/relationships" id="2147483654" r:id="R0013175c847b4f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92d8cbd5024d15" /><Relationship Type="http://schemas.openxmlformats.org/officeDocument/2006/relationships/notesSlide" Target="/ppt/notesSlides/notesSlide1.xml" Id="Rc89749f351ca48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dcfc2ed49b4864" /><Relationship Type="http://schemas.openxmlformats.org/officeDocument/2006/relationships/notesSlide" Target="/ppt/notesSlides/notesSlide2.xml" Id="R6a6e643d69e840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4d98fa3fdf422f" /><Relationship Type="http://schemas.openxmlformats.org/officeDocument/2006/relationships/image" Target="/ppt/media/image.jpeg" Id="Rbd2878b343774b1f" /><Relationship Type="http://schemas.openxmlformats.org/officeDocument/2006/relationships/notesSlide" Target="/ppt/notesSlides/notesSlide3.xml" Id="R0490d1144e4b45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caeb4c16724936" /><Relationship Type="http://schemas.openxmlformats.org/officeDocument/2006/relationships/image" Target="/ppt/media/image2.jpeg" Id="R461dbfcf1a59409f" /><Relationship Type="http://schemas.openxmlformats.org/officeDocument/2006/relationships/notesSlide" Target="/ppt/notesSlides/notesSlide4.xml" Id="Ra4c17cbe3b7741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69ff10d605445c" /><Relationship Type="http://schemas.openxmlformats.org/officeDocument/2006/relationships/notesSlide" Target="/ppt/notesSlides/notesSlide5.xml" Id="R1ada9fd85e4049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d07e1fab8e4aef" /><Relationship Type="http://schemas.openxmlformats.org/officeDocument/2006/relationships/notesSlide" Target="/ppt/notesSlides/notesSlide6.xml" Id="R2240a2e7e43544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bda4b08bd24f8b" /><Relationship Type="http://schemas.openxmlformats.org/officeDocument/2006/relationships/notesSlide" Target="/ppt/notesSlides/notesSlide7.xml" Id="R49424037559743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5581b5f7d549d7" /><Relationship Type="http://schemas.openxmlformats.org/officeDocument/2006/relationships/notesSlide" Target="/ppt/notesSlides/notesSlide8.xml" Id="R1c68d28a270a47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ACD957-C046-48A8-AFA7-08E62F8E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TraceOps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09393-E366-4342-91CC-75E8DB3E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28F7D-8AE1-4CB6-AC03-1FBB5B41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76425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12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12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12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12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12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12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12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12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12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12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Evidence-backed investigations</a:t>
            </a:r>
          </a:p>
          <a:p xmlns:a="http://schemas.openxmlformats.org/drawingml/2006/main">
            <a:pPr>
              <a:defRPr sz="412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for delayed orders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3A80E-50EC-47E1-81FB-518A4817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rPr>
              <a:t>Team ALPHA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44221-5820-40D9-B0D8-5226DFC9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863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Open Agent Hackathon 2026</a:t>
            </a:r>
          </a:p>
          <a:p xmlns:a="http://schemas.openxmlformats.org/drawingml/2006/main">
            <a: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The Agent That Can Explain Why</a:t>
            </a:r>
          </a:p>
        </p:txBody>
      </p:sp>
    </p:spTree>
    <p:extLst>
      <p:ext uri="{BB962C8B-B14F-4D97-AF65-F5344CB8AC3E}">
        <p14:creationId xmlns:p14="http://schemas.microsoft.com/office/powerpoint/2010/main" val="18844378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497F1-C0D1-44A5-AAEA-64EE7F42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The operations investigation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AE9F9-71EA-4FFA-99E7-06C5EA35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A4C21-C990-4EEB-8A02-8B762B0C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A support lead needs to explain a delayed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EB4D4-3DA6-41BD-9ABA-B4A33904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The order system shows the delay.</a:t>
            </a:r>
          </a:p>
          <a:p xmlns:a="http://schemas.openxmlformats.org/drawingml/2006/main">
            <a:pPr>
              <a:def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The warehouse shows available stock.</a:t>
            </a:r>
          </a:p>
          <a:p xmlns:a="http://schemas.openxmlformats.org/drawingml/2006/main">
            <a:pPr>
              <a:def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A support ticket may reveal a different blocker.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7D147-80C6-43BC-ACB8-5843AAD0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rPr>
              <a:t>TraceOps connects these records and makes each finding inspectable.</a:t>
            </a:r>
          </a:p>
        </p:txBody>
      </p:sp>
    </p:spTree>
    <p:extLst>
      <p:ext uri="{BB962C8B-B14F-4D97-AF65-F5344CB8AC3E}">
        <p14:creationId xmlns:p14="http://schemas.microsoft.com/office/powerpoint/2010/main" val="15558413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FD494-32E2-4210-82EF-FFB4F174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The investigation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D9DFA-091B-40B4-8D9F-69AF1AD2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B78E4-6A5C-499D-89B9-E44061807C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878b343774b1f"/>
          <a:stretch xmlns:a="http://schemas.openxmlformats.org/drawingml/2006/main"/>
        </p:blipFill>
        <p:spPr>
          <a:xfrm xmlns:a="http://schemas.openxmlformats.org/drawingml/2006/main">
            <a:off x="2034497" y="1524000"/>
            <a:ext cx="8123006" cy="4572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22C85-82F9-4EF9-A638-C2ABA1C9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Fictional data, deterministic analysis and explicit mode labels</a:t>
            </a:r>
          </a:p>
        </p:txBody>
      </p:sp>
    </p:spTree>
    <p:extLst>
      <p:ext uri="{BB962C8B-B14F-4D97-AF65-F5344CB8AC3E}">
        <p14:creationId xmlns:p14="http://schemas.microsoft.com/office/powerpoint/2010/main" val="4405958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A7311-20C1-4928-B9C3-5CD04983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Four delayed orders, with traceable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FBEA3-94FF-4827-914B-A3637025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8EF81-E67B-4741-A8E1-5ACA8774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1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61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61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61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61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61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61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61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61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61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61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rPr>
              <a:t>$3,600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43144-75C4-4A81-9ABC-3B463B87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432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Order value exposure in the</a:t>
            </a:r>
          </a:p>
          <a:p xmlns:a="http://schemas.openxmlformats.org/drawingml/2006/main">
            <a: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North-region sample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D47ED-44A0-4A2D-BF3D-8223C3C6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5767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4 delayed orders</a:t>
            </a:r>
          </a:p>
          <a:p xmlns:a="http://schemas.openxmlformats.org/drawingml/2006/main">
            <a:pPr>
              <a:defRPr sz="21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30 units affected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15933-5DC3-4933-A781-9990A777DB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dbfcf1a59409f"/>
          <a:stretch xmlns:a="http://schemas.openxmlformats.org/drawingml/2006/main"/>
        </p:blipFill>
        <p:spPr>
          <a:xfrm xmlns:a="http://schemas.openxmlformats.org/drawingml/2006/main">
            <a:off x="4619625" y="1723724"/>
            <a:ext cx="6905625" cy="388680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D2605-91EB-4D9A-B211-52446BA3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Stock shortage remains a supported inference. A record link shows exactly why.</a:t>
            </a:r>
          </a:p>
        </p:txBody>
      </p:sp>
    </p:spTree>
    <p:extLst>
      <p:ext uri="{BB962C8B-B14F-4D97-AF65-F5344CB8AC3E}">
        <p14:creationId xmlns:p14="http://schemas.microsoft.com/office/powerpoint/2010/main" val="21229254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9A38E-873D-42F9-95A3-0999203B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Agent workflow and technical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C9F2E-AB9D-4EC3-9ADF-A7DD2866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F0001-2A0B-45CE-AB68-1DA2AE14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66875"/>
            <a:ext cx="1066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01  Planner scopes the question</a:t>
            </a:r>
          </a:p>
          <a:p xmlns:a="http://schemas.openxmlformats.org/drawingml/2006/main">
            <a: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02  Collector reads a bounded source snapshot</a:t>
            </a:r>
          </a:p>
          <a:p xmlns:a="http://schemas.openxmlformats.org/drawingml/2006/main">
            <a: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03  World Model ingests and builds shared context</a:t>
            </a:r>
          </a:p>
          <a:p xmlns:a="http://schemas.openxmlformats.org/drawingml/2006/main">
            <a: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04  Investigator produces supported findings</a:t>
            </a:r>
          </a:p>
          <a:p xmlns:a="http://schemas.openxmlformats.org/drawingml/2006/main">
            <a: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05  Verifier checks citations and order provenance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E9830-D17D-4FC1-A242-8CEFF9A7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625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Python standard library, SQLite, HTML, CSS and JavaScript</a:t>
            </a:r>
          </a:p>
          <a:p xmlns:a="http://schemas.openxmlformats.org/drawingml/2006/main">
            <a: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Persistent history, Markdown brief and JSONL trace</a:t>
            </a:r>
          </a:p>
        </p:txBody>
      </p:sp>
    </p:spTree>
    <p:extLst>
      <p:ext uri="{BB962C8B-B14F-4D97-AF65-F5344CB8AC3E}">
        <p14:creationId xmlns:p14="http://schemas.microsoft.com/office/powerpoint/2010/main" val="15220814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0687A-0293-4E6B-AA99-E829B561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Sponsor technologies in the active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387C8-0055-4176-A819-97ED41DF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B841A-7DC5-4BBE-8799-689FACD8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668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rPr>
              <a:t>Zetaris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9B0A8-087B-4E85-A80C-D1D638D7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Connector reads three virtual tables through the documented SQL proxy.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Live tenant verification is pending.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DA365-E2DC-4DF2-AC55-C6402397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rPr>
              <a:t>Meterless World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BECEB-266B-4270-ABDC-CED930C5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5048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Our implementation stores stable observations, pins run snapshots and supplies shared context with provenance.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Minimum service subset runs locally.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49887-EC0E-435D-A084-DBFFAC4C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864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Optional NVIDIA model adapter is prepared. Live inference remains unverified.</a:t>
            </a:r>
          </a:p>
        </p:txBody>
      </p:sp>
    </p:spTree>
    <p:extLst>
      <p:ext uri="{BB962C8B-B14F-4D97-AF65-F5344CB8AC3E}">
        <p14:creationId xmlns:p14="http://schemas.microsoft.com/office/powerpoint/2010/main" val="6672230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B78BF-9BC0-4938-B844-10756B87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Reliability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537D0-6B2F-4782-80F8-BF0D2102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01023-A4CF-45B9-BB62-EC11D7BF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rPr>
              <a:t>Current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DF58C-6CCB-4189-B5FE-8B73D919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4953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Sample workflow and source drill-down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Tests cover persistence, missing data, conflicting blockers and explicit failures.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2DE59-7DAA-4965-807A-CB163B1C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rPr>
              <a:t>Next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16260-430D-4909-8E25-FC2263D9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5048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Run against the team’s Zetaris instance.</a:t>
            </a:r>
          </a:p>
          <a:p xmlns:a="http://schemas.openxmlformats.org/drawingml/2006/main">
            <a: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Exercise the chosen model.</a:t>
            </a:r>
          </a:p>
          <a:p xmlns:a="http://schemas.openxmlformats.org/drawingml/2006/main">
            <a: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Validate with operations users.</a:t>
            </a:r>
          </a:p>
          <a:p xmlns:a="http://schemas.openxmlformats.org/drawingml/2006/main">
            <a: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Add authenticated deployment.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0A7EC-377B-4A52-B3EB-4DCA85DB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Team ALPHA aims to submit two hours before the official deadline.</a:t>
            </a:r>
          </a:p>
        </p:txBody>
      </p:sp>
    </p:spTree>
    <p:extLst>
      <p:ext uri="{BB962C8B-B14F-4D97-AF65-F5344CB8AC3E}">
        <p14:creationId xmlns:p14="http://schemas.microsoft.com/office/powerpoint/2010/main" val="12379357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A7DC5-D99A-4787-A0CC-AC3BB6A7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Source and public browser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EDD3F-208E-47F0-BFBA-78C390F8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17CA1-DB42-4062-9FF6-CA6DAF03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rPr>
              <a:t>Source repository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A15B1-6CAD-4E4B-8902-5A9E7DFE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github.com/aggravating08/traceops-team-alpha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08836-7006-4BA4-BAC9-CB9D6913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rPr>
              <a:t>Interactive sample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289E0-83E6-419A-A8AF-E73C7680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aggravating08.github.io/traceops-team-alpha/demo/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998E9-06E0-428C-8A7E-7275DD7C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Public sample works without credentials. Live sponsor verification remains pending.</a:t>
            </a:r>
          </a:p>
        </p:txBody>
      </p:sp>
    </p:spTree>
    <p:extLst>
      <p:ext uri="{BB962C8B-B14F-4D97-AF65-F5344CB8AC3E}">
        <p14:creationId xmlns:p14="http://schemas.microsoft.com/office/powerpoint/2010/main" val="1050642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2026-10-27T15:15:27.0820000Z</dcterms:created>
  <dcterms:modified xsi:type="dcterms:W3CDTF">2026-10-27T15:15:27.0820000Z</dcterms:modified>
</coreProperties>
</file>